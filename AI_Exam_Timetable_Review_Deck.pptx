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Exam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Timetable Generator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Conflict-free examination scheduling using Constraint Satisfaction, Backtracking Search &amp; Heuristics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512064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937760"/>
            <a:ext cx="329184" cy="329184"/>
          </a:xfrm>
          <a:prstGeom prst="ellipse">
            <a:avLst/>
          </a:prstGeom>
          <a:solidFill>
            <a:srgbClr val="141B47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93776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49194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Arjunraj 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5394960"/>
            <a:ext cx="329184" cy="329184"/>
          </a:xfrm>
          <a:prstGeom prst="ellipse">
            <a:avLst/>
          </a:prstGeom>
          <a:solidFill>
            <a:srgbClr val="141B47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9496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5376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Ashwanth 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675120" cy="4846320"/>
          </a:xfrm>
          <a:prstGeom prst="roundRect">
            <a:avLst>
              <a:gd name="adj" fmla="val 1887"/>
            </a:avLst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6035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examination timetabling is a slow, error-prone process that struggles to satisfy the many overlapping constraints imposed by students, faculty, rooms and time slots. This project models exam scheduling as a Constraint Satisfaction Problem (CSP), where each exam is a variable and each available slot is a candidate value in its domain.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backtracking search, guided by the Minimum Remaining Values (MRV) heuristic and strengthened with constraint propagation, assigns exams to slots so that hard constraints — student, faculty, room and capacity conflicts — are never violated, while soft constraints such as spacing out difficult exams and balancing the daily load are minimized.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7091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an admin-facing web application that ingests subjects, rooms and the exam period, then automatically generates an optimized, conflict-free timetable — complete with a quantified optimization score and a plain-language explanation of why one candidate timetable beats another.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52360" y="141732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1554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80960" y="2286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Hard-constraint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target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52360" y="315468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32918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CSP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80960" y="4023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+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heuristic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489204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50292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94/100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680960" y="5760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optimization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achieved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Exam Timetable Generator — Project Review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WHERE WE ARE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colleges still build exam timetables manually or with basic spreadsheets — no automated reasoning over constraints.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4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4884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939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Spreadsheet-Driven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cross-check students, faculty and rooms by hand or in Excel, with no automated conflict detection.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4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593592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538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Constraint Guarantees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0160" y="391363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a student, faculty member, or room from being double-booked until someone notices — often too late.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4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5038344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Ignores Room Capacity &amp; Type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80160" y="535838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limits and special-room needs (labs, halls) aren't checked systematically, so mismatches surface on exam day.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96596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4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3368" y="214884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20939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Optimization of Difficulty Load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03720" y="2468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exams often land on consecutive days purely by chance, with no attempt to balance student workload.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410712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4E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73368" y="3593592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368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03720" y="3538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to Re-plan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03720" y="391363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late change (room unavailable, faculty clash) forces large parts of the schedule to be redone by hand.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855464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4E8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3368" y="5038344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0372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Scalable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03720" y="535838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number of subjects, sections and rooms grows, manual scheduling time grows even faster — and errors compound.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Exam Timetable Generator — Project Review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 WE'RE BUILDING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scheduling engine that treats timetabling as a CSP — reasoning over every constraint before a single slot is fixed.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AF0F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48840"/>
            <a:ext cx="384048" cy="38404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0939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CSP-Based Modeling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 is a variable; every slot is a domain value — constraints are declared once, not checked by hand.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AF0FC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3593592"/>
            <a:ext cx="384048" cy="38404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538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Backtracking + MRV Heuristic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0160" y="391363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always resolves the most-constrained exam first, cutting wasted search and finding valid schedules faster.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AF0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5038344"/>
            <a:ext cx="384048" cy="38404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Constraints Never Violated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80160" y="535838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faculty, room and capacity conflicts are eliminated by construction — not caught after the fact.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96596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AF0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73368" y="2148840"/>
            <a:ext cx="384048" cy="38404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20939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Soft-Constraint Optimization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03720" y="2468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minimizes back-to-back difficult exams and balances load, scoring each candidate timetable.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410712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AF0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373368" y="3593592"/>
            <a:ext cx="384048" cy="38404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368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3538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Re-planning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03720" y="391363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to subjects, rooms or dates can be re-solved in seconds instead of a manual re-draft.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855464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EAF0FC"/>
          </a:solidFill>
          <a:ln/>
        </p:spPr>
      </p:sp>
      <p:sp>
        <p:nvSpPr>
          <p:cNvPr id="31" name="Shape 29"/>
          <p:cNvSpPr/>
          <p:nvPr/>
        </p:nvSpPr>
        <p:spPr>
          <a:xfrm>
            <a:off x="6373368" y="5038344"/>
            <a:ext cx="384048" cy="384048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Comparisons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03720" y="535838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 generate alternative timetables and explain in plain language why one scores higher.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Exam Timetable Generator — Project Review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0" y="141732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4173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19202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60520" y="219456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EAF0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21945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Examination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26974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03320" y="2971800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2A541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971800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Scheduling Engine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3483864"/>
            <a:ext cx="0" cy="146304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3630168"/>
            <a:ext cx="3474720" cy="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3630168"/>
            <a:ext cx="0" cy="128016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3630168"/>
            <a:ext cx="0" cy="128016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3758184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EAF0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375818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Model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3758184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EAF0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75818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34840" y="4197096"/>
            <a:ext cx="0" cy="109728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4197096"/>
            <a:ext cx="0" cy="109728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4306824"/>
            <a:ext cx="3291840" cy="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430682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03320" y="4590288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EAF0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459028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→ Backtracking → Heuristics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0" y="50292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160520" y="5285232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EAF0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52852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Timetable → Conflict Checker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0" y="4956048"/>
            <a:ext cx="2468880" cy="859536"/>
          </a:xfrm>
          <a:prstGeom prst="roundRect">
            <a:avLst>
              <a:gd name="adj" fmla="val 10638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4956048"/>
            <a:ext cx="24688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TIMETABLE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001000" y="5504688"/>
            <a:ext cx="160020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Exam Timetable Generator — Project Review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GROUNDING 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4709160"/>
        </p:xfrm>
        <a:graphic>
          <a:graphicData uri="http://schemas.openxmlformats.org/drawingml/2006/table">
            <a:tbl>
              <a:tblPr/>
              <a:tblGrid>
                <a:gridCol w="2606040"/>
                <a:gridCol w="448056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/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&amp;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Takeaway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McCollum et al. (ITC 2007)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a realistic hard/soft constraint benchmark model for examination timetabling, used as a competition dataset.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the standard hard-vs-soft constraint formulation this project's constraint set is based 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Boufflet &amp; Nègre — CLP for Examination Timetabling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Constraint Logic Programming to schedule ~4,000 students' exams across limited rooms and half-day slots.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exam scheduling is NP-complete and well-suited to constraint-based (not purely manual) solving.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Sharma &amp; Sharma — ICHEA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constraint-guided evolutionary algorithm that satisfies hard constraints first, then optimizes soft objectives.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Motivated this project's two-stage approach: satisfy hard constraints via CSP, then optimize soft ones.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 Study, University of Sharjah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 a real college's exam timetable as a CSP solved with Constraint Logic Programming (CLP/OPL).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Showed CSP formulations scale to real, resource-limited institutional timetables — not just toy problems.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Tsang — CSP: Algorithms &amp; Applications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Foundational survey framing timetabling as a classic constraint satisfaction problem solvable via search.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the theoretical basis for the variables/domains/constraints model used in this project.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Exam Timetable Generator — Project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2026-08-30T13:26:19Z</dcterms:created>
  <dcterms:modified xsi:type="dcterms:W3CDTF">2026-08-30T13:26:19Z</dcterms:modified>
</cp:coreProperties>
</file>